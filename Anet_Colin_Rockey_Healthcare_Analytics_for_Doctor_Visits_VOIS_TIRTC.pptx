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1" r:id="rId12"/>
    <p:sldId id="342" r:id="rId13"/>
    <p:sldId id="343" r:id="rId14"/>
    <p:sldId id="344" r:id="rId15"/>
    <p:sldId id="345" r:id="rId16"/>
    <p:sldId id="346"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32" autoAdjust="0"/>
    <p:restoredTop sz="95033" autoAdjust="0"/>
  </p:normalViewPr>
  <p:slideViewPr>
    <p:cSldViewPr snapToGrid="0">
      <p:cViewPr varScale="1">
        <p:scale>
          <a:sx n="71" d="100"/>
          <a:sy n="71" d="100"/>
        </p:scale>
        <p:origin x="612"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et Rockey" userId="70fbca6622d5bf1c" providerId="LiveId" clId="{E6BAD779-21DD-4461-91ED-0B490F80A0CE}"/>
    <pc:docChg chg="custSel addSld modSld">
      <pc:chgData name="Anet Rockey" userId="70fbca6622d5bf1c" providerId="LiveId" clId="{E6BAD779-21DD-4461-91ED-0B490F80A0CE}" dt="2026-09-24T12:41:45.815" v="385" actId="1076"/>
      <pc:docMkLst>
        <pc:docMk/>
      </pc:docMkLst>
      <pc:sldChg chg="addSp delSp modSp mod modAnim">
        <pc:chgData name="Anet Rockey" userId="70fbca6622d5bf1c" providerId="LiveId" clId="{E6BAD779-21DD-4461-91ED-0B490F80A0CE}" dt="2026-09-18T09:26:10.623" v="310" actId="1038"/>
        <pc:sldMkLst>
          <pc:docMk/>
          <pc:sldMk cId="1341901065" sldId="302"/>
        </pc:sldMkLst>
        <pc:spChg chg="add mod">
          <ac:chgData name="Anet Rockey" userId="70fbca6622d5bf1c" providerId="LiveId" clId="{E6BAD779-21DD-4461-91ED-0B490F80A0CE}" dt="2026-09-18T09:26:02.988" v="287" actId="14100"/>
          <ac:spMkLst>
            <pc:docMk/>
            <pc:sldMk cId="1341901065" sldId="302"/>
            <ac:spMk id="3" creationId="{2F1A1A17-F32C-45D9-9D4C-4A54596406E1}"/>
          </ac:spMkLst>
        </pc:spChg>
        <pc:spChg chg="del">
          <ac:chgData name="Anet Rockey" userId="70fbca6622d5bf1c" providerId="LiveId" clId="{E6BAD779-21DD-4461-91ED-0B490F80A0CE}" dt="2026-09-18T09:25:32.882" v="256"/>
          <ac:spMkLst>
            <pc:docMk/>
            <pc:sldMk cId="1341901065" sldId="302"/>
            <ac:spMk id="7" creationId="{B21C28F5-3CA3-4B78-B5C9-550C00BB3174}"/>
          </ac:spMkLst>
        </pc:spChg>
        <pc:spChg chg="mod">
          <ac:chgData name="Anet Rockey" userId="70fbca6622d5bf1c" providerId="LiveId" clId="{E6BAD779-21DD-4461-91ED-0B490F80A0CE}" dt="2026-09-18T09:26:10.623" v="310" actId="1038"/>
          <ac:spMkLst>
            <pc:docMk/>
            <pc:sldMk cId="1341901065" sldId="302"/>
            <ac:spMk id="9" creationId="{FEF304F5-32C5-4869-B185-859B567855A8}"/>
          </ac:spMkLst>
        </pc:spChg>
      </pc:sldChg>
      <pc:sldChg chg="addSp delSp">
        <pc:chgData name="Anet Rockey" userId="70fbca6622d5bf1c" providerId="LiveId" clId="{E6BAD779-21DD-4461-91ED-0B490F80A0CE}" dt="2026-09-18T08:51:11.689" v="34" actId="21"/>
        <pc:sldMkLst>
          <pc:docMk/>
          <pc:sldMk cId="3401748718" sldId="304"/>
        </pc:sldMkLst>
        <pc:picChg chg="add del">
          <ac:chgData name="Anet Rockey" userId="70fbca6622d5bf1c" providerId="LiveId" clId="{E6BAD779-21DD-4461-91ED-0B490F80A0CE}" dt="2026-09-18T08:51:11.689" v="34" actId="21"/>
          <ac:picMkLst>
            <pc:docMk/>
            <pc:sldMk cId="3401748718" sldId="304"/>
            <ac:picMk id="7170" creationId="{0E511824-7FCC-4E91-9C0C-E509B8347F76}"/>
          </ac:picMkLst>
        </pc:picChg>
      </pc:sldChg>
      <pc:sldChg chg="addSp delSp modSp mod">
        <pc:chgData name="Anet Rockey" userId="70fbca6622d5bf1c" providerId="LiveId" clId="{E6BAD779-21DD-4461-91ED-0B490F80A0CE}" dt="2026-09-18T09:22:34.316" v="164" actId="20577"/>
        <pc:sldMkLst>
          <pc:docMk/>
          <pc:sldMk cId="3696770303" sldId="315"/>
        </pc:sldMkLst>
        <pc:spChg chg="add del mod">
          <ac:chgData name="Anet Rockey" userId="70fbca6622d5bf1c" providerId="LiveId" clId="{E6BAD779-21DD-4461-91ED-0B490F80A0CE}" dt="2026-09-18T09:21:28.686" v="141" actId="478"/>
          <ac:spMkLst>
            <pc:docMk/>
            <pc:sldMk cId="3696770303" sldId="315"/>
            <ac:spMk id="2" creationId="{A2296AF2-1F34-48AF-B98B-E2788B091E19}"/>
          </ac:spMkLst>
        </pc:spChg>
        <pc:spChg chg="mod">
          <ac:chgData name="Anet Rockey" userId="70fbca6622d5bf1c" providerId="LiveId" clId="{E6BAD779-21DD-4461-91ED-0B490F80A0CE}" dt="2026-09-18T09:22:28.233" v="162" actId="1035"/>
          <ac:spMkLst>
            <pc:docMk/>
            <pc:sldMk cId="3696770303" sldId="315"/>
            <ac:spMk id="3" creationId="{EBF2FBC7-3552-4F01-BB27-8BEEE74F7277}"/>
          </ac:spMkLst>
        </pc:spChg>
        <pc:spChg chg="add mod">
          <ac:chgData name="Anet Rockey" userId="70fbca6622d5bf1c" providerId="LiveId" clId="{E6BAD779-21DD-4461-91ED-0B490F80A0CE}" dt="2026-09-18T09:22:34.316" v="164" actId="20577"/>
          <ac:spMkLst>
            <pc:docMk/>
            <pc:sldMk cId="3696770303" sldId="315"/>
            <ac:spMk id="4" creationId="{B9380DD5-694F-44FE-90E9-F6667CD64DAD}"/>
          </ac:spMkLst>
        </pc:spChg>
      </pc:sldChg>
      <pc:sldChg chg="addSp delSp modSp mod modAnim">
        <pc:chgData name="Anet Rockey" userId="70fbca6622d5bf1c" providerId="LiveId" clId="{E6BAD779-21DD-4461-91ED-0B490F80A0CE}" dt="2026-09-18T09:20:19.704" v="69" actId="1076"/>
        <pc:sldMkLst>
          <pc:docMk/>
          <pc:sldMk cId="3098548442" sldId="327"/>
        </pc:sldMkLst>
        <pc:spChg chg="del">
          <ac:chgData name="Anet Rockey" userId="70fbca6622d5bf1c" providerId="LiveId" clId="{E6BAD779-21DD-4461-91ED-0B490F80A0CE}" dt="2026-09-18T09:18:27.880" v="44"/>
          <ac:spMkLst>
            <pc:docMk/>
            <pc:sldMk cId="3098548442" sldId="327"/>
            <ac:spMk id="2" creationId="{E46E4DD1-270B-4C80-AFF0-EB26F132AF36}"/>
          </ac:spMkLst>
        </pc:spChg>
        <pc:spChg chg="add mod">
          <ac:chgData name="Anet Rockey" userId="70fbca6622d5bf1c" providerId="LiveId" clId="{E6BAD779-21DD-4461-91ED-0B490F80A0CE}" dt="2026-09-18T09:20:19.704" v="69" actId="1076"/>
          <ac:spMkLst>
            <pc:docMk/>
            <pc:sldMk cId="3098548442" sldId="327"/>
            <ac:spMk id="3" creationId="{EB3DF640-588A-43E1-862C-68AFC6854E5A}"/>
          </ac:spMkLst>
        </pc:spChg>
      </pc:sldChg>
      <pc:sldChg chg="addSp delSp modSp mod modAnim">
        <pc:chgData name="Anet Rockey" userId="70fbca6622d5bf1c" providerId="LiveId" clId="{E6BAD779-21DD-4461-91ED-0B490F80A0CE}" dt="2026-09-18T09:24:37.226" v="255" actId="1036"/>
        <pc:sldMkLst>
          <pc:docMk/>
          <pc:sldMk cId="48075006" sldId="329"/>
        </pc:sldMkLst>
        <pc:spChg chg="del">
          <ac:chgData name="Anet Rockey" userId="70fbca6622d5bf1c" providerId="LiveId" clId="{E6BAD779-21DD-4461-91ED-0B490F80A0CE}" dt="2026-09-18T09:23:13.144" v="165"/>
          <ac:spMkLst>
            <pc:docMk/>
            <pc:sldMk cId="48075006" sldId="329"/>
            <ac:spMk id="2" creationId="{664E3B60-2780-459A-8583-F095D5E7463A}"/>
          </ac:spMkLst>
        </pc:spChg>
        <pc:spChg chg="add mod">
          <ac:chgData name="Anet Rockey" userId="70fbca6622d5bf1c" providerId="LiveId" clId="{E6BAD779-21DD-4461-91ED-0B490F80A0CE}" dt="2026-09-18T09:24:37.226" v="255" actId="1036"/>
          <ac:spMkLst>
            <pc:docMk/>
            <pc:sldMk cId="48075006" sldId="329"/>
            <ac:spMk id="3" creationId="{0F63B6A4-E627-48EB-8B0D-A8D89CFB1DBA}"/>
          </ac:spMkLst>
        </pc:spChg>
        <pc:spChg chg="mod">
          <ac:chgData name="Anet Rockey" userId="70fbca6622d5bf1c" providerId="LiveId" clId="{E6BAD779-21DD-4461-91ED-0B490F80A0CE}" dt="2026-09-18T09:24:26.970" v="215" actId="1035"/>
          <ac:spMkLst>
            <pc:docMk/>
            <pc:sldMk cId="48075006" sldId="329"/>
            <ac:spMk id="4" creationId="{1A4A072B-83C6-4607-AE6A-5AD61CC72C44}"/>
          </ac:spMkLst>
        </pc:spChg>
      </pc:sldChg>
      <pc:sldChg chg="modSp mod">
        <pc:chgData name="Anet Rockey" userId="70fbca6622d5bf1c" providerId="LiveId" clId="{E6BAD779-21DD-4461-91ED-0B490F80A0CE}" dt="2026-09-18T08:51:43.362" v="43" actId="1076"/>
        <pc:sldMkLst>
          <pc:docMk/>
          <pc:sldMk cId="1604013440" sldId="338"/>
        </pc:sldMkLst>
        <pc:spChg chg="mod">
          <ac:chgData name="Anet Rockey" userId="70fbca6622d5bf1c" providerId="LiveId" clId="{E6BAD779-21DD-4461-91ED-0B490F80A0CE}" dt="2026-09-18T08:51:43.362" v="43" actId="1076"/>
          <ac:spMkLst>
            <pc:docMk/>
            <pc:sldMk cId="1604013440" sldId="338"/>
            <ac:spMk id="4" creationId="{92056599-CDAA-4367-BEF8-31D6E32518C8}"/>
          </ac:spMkLst>
        </pc:spChg>
      </pc:sldChg>
      <pc:sldChg chg="addSp modSp">
        <pc:chgData name="Anet Rockey" userId="70fbca6622d5bf1c" providerId="LiveId" clId="{E6BAD779-21DD-4461-91ED-0B490F80A0CE}" dt="2026-09-18T08:48:03.050" v="5" actId="1076"/>
        <pc:sldMkLst>
          <pc:docMk/>
          <pc:sldMk cId="1086225493" sldId="339"/>
        </pc:sldMkLst>
        <pc:picChg chg="add mod">
          <ac:chgData name="Anet Rockey" userId="70fbca6622d5bf1c" providerId="LiveId" clId="{E6BAD779-21DD-4461-91ED-0B490F80A0CE}" dt="2026-09-18T08:48:03.050" v="5" actId="1076"/>
          <ac:picMkLst>
            <pc:docMk/>
            <pc:sldMk cId="1086225493" sldId="339"/>
            <ac:picMk id="1026" creationId="{2F539216-399C-4938-93F4-A1A02585879B}"/>
          </ac:picMkLst>
        </pc:picChg>
      </pc:sldChg>
      <pc:sldChg chg="addSp modSp add">
        <pc:chgData name="Anet Rockey" userId="70fbca6622d5bf1c" providerId="LiveId" clId="{E6BAD779-21DD-4461-91ED-0B490F80A0CE}" dt="2026-09-18T08:48:23.808" v="8" actId="14100"/>
        <pc:sldMkLst>
          <pc:docMk/>
          <pc:sldMk cId="1996218188" sldId="340"/>
        </pc:sldMkLst>
        <pc:picChg chg="add mod">
          <ac:chgData name="Anet Rockey" userId="70fbca6622d5bf1c" providerId="LiveId" clId="{E6BAD779-21DD-4461-91ED-0B490F80A0CE}" dt="2026-09-18T08:48:23.808" v="8" actId="14100"/>
          <ac:picMkLst>
            <pc:docMk/>
            <pc:sldMk cId="1996218188" sldId="340"/>
            <ac:picMk id="2050" creationId="{CA2CB91C-3898-459F-92EA-301A37AE26AF}"/>
          </ac:picMkLst>
        </pc:picChg>
      </pc:sldChg>
      <pc:sldChg chg="addSp modSp add">
        <pc:chgData name="Anet Rockey" userId="70fbca6622d5bf1c" providerId="LiveId" clId="{E6BAD779-21DD-4461-91ED-0B490F80A0CE}" dt="2026-09-18T08:48:47.233" v="10" actId="1076"/>
        <pc:sldMkLst>
          <pc:docMk/>
          <pc:sldMk cId="3510403520" sldId="341"/>
        </pc:sldMkLst>
        <pc:picChg chg="add mod">
          <ac:chgData name="Anet Rockey" userId="70fbca6622d5bf1c" providerId="LiveId" clId="{E6BAD779-21DD-4461-91ED-0B490F80A0CE}" dt="2026-09-18T08:48:47.233" v="10" actId="1076"/>
          <ac:picMkLst>
            <pc:docMk/>
            <pc:sldMk cId="3510403520" sldId="341"/>
            <ac:picMk id="3074" creationId="{B2EB84B9-5671-4EE0-85D9-FE19F4A09A14}"/>
          </ac:picMkLst>
        </pc:picChg>
      </pc:sldChg>
      <pc:sldChg chg="addSp modSp add">
        <pc:chgData name="Anet Rockey" userId="70fbca6622d5bf1c" providerId="LiveId" clId="{E6BAD779-21DD-4461-91ED-0B490F80A0CE}" dt="2026-09-18T08:50:00.667" v="23" actId="1076"/>
        <pc:sldMkLst>
          <pc:docMk/>
          <pc:sldMk cId="1991326419" sldId="342"/>
        </pc:sldMkLst>
        <pc:picChg chg="add mod">
          <ac:chgData name="Anet Rockey" userId="70fbca6622d5bf1c" providerId="LiveId" clId="{E6BAD779-21DD-4461-91ED-0B490F80A0CE}" dt="2026-09-18T08:50:00.667" v="23" actId="1076"/>
          <ac:picMkLst>
            <pc:docMk/>
            <pc:sldMk cId="1991326419" sldId="342"/>
            <ac:picMk id="4098" creationId="{83BB0277-99BF-4D06-B2B2-839B6FE29A24}"/>
          </ac:picMkLst>
        </pc:picChg>
      </pc:sldChg>
      <pc:sldChg chg="addSp delSp modSp add">
        <pc:chgData name="Anet Rockey" userId="70fbca6622d5bf1c" providerId="LiveId" clId="{E6BAD779-21DD-4461-91ED-0B490F80A0CE}" dt="2026-09-18T08:49:43.506" v="21" actId="14100"/>
        <pc:sldMkLst>
          <pc:docMk/>
          <pc:sldMk cId="2957921890" sldId="343"/>
        </pc:sldMkLst>
        <pc:picChg chg="add del mod">
          <ac:chgData name="Anet Rockey" userId="70fbca6622d5bf1c" providerId="LiveId" clId="{E6BAD779-21DD-4461-91ED-0B490F80A0CE}" dt="2026-09-18T08:49:33.617" v="17"/>
          <ac:picMkLst>
            <pc:docMk/>
            <pc:sldMk cId="2957921890" sldId="343"/>
            <ac:picMk id="11" creationId="{8C01F783-755D-4CB7-B4AE-8A1C8F3618EE}"/>
          </ac:picMkLst>
        </pc:picChg>
        <pc:picChg chg="add del mod">
          <ac:chgData name="Anet Rockey" userId="70fbca6622d5bf1c" providerId="LiveId" clId="{E6BAD779-21DD-4461-91ED-0B490F80A0CE}" dt="2026-09-18T08:49:32.823" v="16"/>
          <ac:picMkLst>
            <pc:docMk/>
            <pc:sldMk cId="2957921890" sldId="343"/>
            <ac:picMk id="12" creationId="{7CA8F2F8-D59F-4CAB-85C7-9BCA34863ED1}"/>
          </ac:picMkLst>
        </pc:picChg>
        <pc:picChg chg="add del mod">
          <ac:chgData name="Anet Rockey" userId="70fbca6622d5bf1c" providerId="LiveId" clId="{E6BAD779-21DD-4461-91ED-0B490F80A0CE}" dt="2026-09-18T08:49:43.506" v="21" actId="14100"/>
          <ac:picMkLst>
            <pc:docMk/>
            <pc:sldMk cId="2957921890" sldId="343"/>
            <ac:picMk id="5122" creationId="{9636648E-2661-4616-B421-FDCBA32F3406}"/>
          </ac:picMkLst>
        </pc:picChg>
      </pc:sldChg>
      <pc:sldChg chg="addSp delSp modSp add">
        <pc:chgData name="Anet Rockey" userId="70fbca6622d5bf1c" providerId="LiveId" clId="{E6BAD779-21DD-4461-91ED-0B490F80A0CE}" dt="2026-09-18T08:50:55.398" v="33"/>
        <pc:sldMkLst>
          <pc:docMk/>
          <pc:sldMk cId="510087412" sldId="344"/>
        </pc:sldMkLst>
        <pc:picChg chg="add mod">
          <ac:chgData name="Anet Rockey" userId="70fbca6622d5bf1c" providerId="LiveId" clId="{E6BAD779-21DD-4461-91ED-0B490F80A0CE}" dt="2026-09-18T08:50:55.398" v="33"/>
          <ac:picMkLst>
            <pc:docMk/>
            <pc:sldMk cId="510087412" sldId="344"/>
            <ac:picMk id="11" creationId="{1BA2E63C-EE69-4428-88F3-28F5FF6FA531}"/>
          </ac:picMkLst>
        </pc:picChg>
        <pc:picChg chg="del">
          <ac:chgData name="Anet Rockey" userId="70fbca6622d5bf1c" providerId="LiveId" clId="{E6BAD779-21DD-4461-91ED-0B490F80A0CE}" dt="2026-09-18T08:50:19.208" v="25" actId="478"/>
          <ac:picMkLst>
            <pc:docMk/>
            <pc:sldMk cId="510087412" sldId="344"/>
            <ac:picMk id="5122" creationId="{9636648E-2661-4616-B421-FDCBA32F3406}"/>
          </ac:picMkLst>
        </pc:picChg>
        <pc:picChg chg="add del mod">
          <ac:chgData name="Anet Rockey" userId="70fbca6622d5bf1c" providerId="LiveId" clId="{E6BAD779-21DD-4461-91ED-0B490F80A0CE}" dt="2026-09-18T08:50:54.489" v="32" actId="478"/>
          <ac:picMkLst>
            <pc:docMk/>
            <pc:sldMk cId="510087412" sldId="344"/>
            <ac:picMk id="6146" creationId="{8138AD5E-5547-490C-B96C-DA44A5A63712}"/>
          </ac:picMkLst>
        </pc:picChg>
      </pc:sldChg>
      <pc:sldChg chg="addSp delSp modSp add">
        <pc:chgData name="Anet Rockey" userId="70fbca6622d5bf1c" providerId="LiveId" clId="{E6BAD779-21DD-4461-91ED-0B490F80A0CE}" dt="2026-09-18T08:51:18.404" v="36" actId="1076"/>
        <pc:sldMkLst>
          <pc:docMk/>
          <pc:sldMk cId="1167704748" sldId="345"/>
        </pc:sldMkLst>
        <pc:picChg chg="add mod">
          <ac:chgData name="Anet Rockey" userId="70fbca6622d5bf1c" providerId="LiveId" clId="{E6BAD779-21DD-4461-91ED-0B490F80A0CE}" dt="2026-09-18T08:51:18.404" v="36" actId="1076"/>
          <ac:picMkLst>
            <pc:docMk/>
            <pc:sldMk cId="1167704748" sldId="345"/>
            <ac:picMk id="11" creationId="{68B4F354-4189-467D-A42B-4DFB5985995C}"/>
          </ac:picMkLst>
        </pc:picChg>
        <pc:picChg chg="del">
          <ac:chgData name="Anet Rockey" userId="70fbca6622d5bf1c" providerId="LiveId" clId="{E6BAD779-21DD-4461-91ED-0B490F80A0CE}" dt="2026-09-18T08:50:51.759" v="31" actId="21"/>
          <ac:picMkLst>
            <pc:docMk/>
            <pc:sldMk cId="1167704748" sldId="345"/>
            <ac:picMk id="6146" creationId="{8138AD5E-5547-490C-B96C-DA44A5A63712}"/>
          </ac:picMkLst>
        </pc:picChg>
      </pc:sldChg>
      <pc:sldChg chg="addSp delSp modSp add mod modAnim">
        <pc:chgData name="Anet Rockey" userId="70fbca6622d5bf1c" providerId="LiveId" clId="{E6BAD779-21DD-4461-91ED-0B490F80A0CE}" dt="2026-09-24T12:41:45.815" v="385" actId="1076"/>
        <pc:sldMkLst>
          <pc:docMk/>
          <pc:sldMk cId="215159995" sldId="346"/>
        </pc:sldMkLst>
        <pc:spChg chg="mod">
          <ac:chgData name="Anet Rockey" userId="70fbca6622d5bf1c" providerId="LiveId" clId="{E6BAD779-21DD-4461-91ED-0B490F80A0CE}" dt="2026-09-24T12:41:45.815" v="385" actId="1076"/>
          <ac:spMkLst>
            <pc:docMk/>
            <pc:sldMk cId="215159995" sldId="346"/>
            <ac:spMk id="10" creationId="{B19D8AC7-3787-4ADB-9212-0808F015C2DD}"/>
          </ac:spMkLst>
        </pc:spChg>
        <pc:graphicFrameChg chg="add del modGraphic">
          <ac:chgData name="Anet Rockey" userId="70fbca6622d5bf1c" providerId="LiveId" clId="{E6BAD779-21DD-4461-91ED-0B490F80A0CE}" dt="2026-09-24T12:37:08.863" v="313" actId="478"/>
          <ac:graphicFrameMkLst>
            <pc:docMk/>
            <pc:sldMk cId="215159995" sldId="346"/>
            <ac:graphicFrameMk id="3" creationId="{12F1FDDF-17B9-4600-96C1-32DB152A31BD}"/>
          </ac:graphicFrameMkLst>
        </pc:graphicFrameChg>
        <pc:picChg chg="del">
          <ac:chgData name="Anet Rockey" userId="70fbca6622d5bf1c" providerId="LiveId" clId="{E6BAD779-21DD-4461-91ED-0B490F80A0CE}" dt="2026-09-24T12:37:11.151" v="314" actId="478"/>
          <ac:picMkLst>
            <pc:docMk/>
            <pc:sldMk cId="215159995" sldId="346"/>
            <ac:picMk id="11" creationId="{68B4F354-4189-467D-A42B-4DFB5985995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hyperlink" Target="abc"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096000" y="4141999"/>
            <a:ext cx="3801035" cy="1492319"/>
          </a:xfrm>
        </p:spPr>
        <p:txBody>
          <a:bodyPr>
            <a:normAutofit/>
          </a:bodyPr>
          <a:lstStyle/>
          <a:p>
            <a:pPr algn="r"/>
            <a:r>
              <a:rPr lang="en-US" b="0" dirty="0">
                <a:solidFill>
                  <a:schemeClr val="tx1"/>
                </a:solidFill>
              </a:rPr>
              <a:t> Anet Colin Rockey</a:t>
            </a:r>
          </a:p>
          <a:p>
            <a:pPr algn="r"/>
            <a:r>
              <a:rPr lang="en-US" b="0" dirty="0">
                <a:solidFill>
                  <a:schemeClr val="tx1"/>
                </a:solidFill>
              </a:rPr>
              <a:t>Christ College Of Engineering</a:t>
            </a:r>
          </a:p>
          <a:p>
            <a:pPr algn="r"/>
            <a:r>
              <a:rPr lang="en-IN" b="0" dirty="0">
                <a:solidFill>
                  <a:schemeClr val="tx1"/>
                </a:solidFill>
              </a:rPr>
              <a:t>STU686369929ab881751345554            </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747519" y="2742590"/>
            <a:ext cx="10218776" cy="1062623"/>
          </a:xfrm>
        </p:spPr>
        <p:txBody>
          <a:bodyPr>
            <a:noAutofit/>
          </a:bodyPr>
          <a:lstStyle/>
          <a:p>
            <a:r>
              <a:rPr lang="en-US" sz="4400" dirty="0"/>
              <a:t>Healthcare Analytics for Doctor </a:t>
            </a:r>
            <a:r>
              <a:rPr lang="en-US" sz="4400" dirty="0" err="1"/>
              <a:t>Visits_TIRTC</a:t>
            </a:r>
            <a:endParaRPr lang="en-IN" sz="44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
        <p:nvSpPr>
          <p:cNvPr id="3" name="Rectangle 1">
            <a:extLst>
              <a:ext uri="{FF2B5EF4-FFF2-40B4-BE49-F238E27FC236}">
                <a16:creationId xmlns:a16="http://schemas.microsoft.com/office/drawing/2014/main" id="{EB3DF640-588A-43E1-862C-68AFC6854E5A}"/>
              </a:ext>
            </a:extLst>
          </p:cNvPr>
          <p:cNvSpPr>
            <a:spLocks noGrp="1" noChangeArrowheads="1"/>
          </p:cNvSpPr>
          <p:nvPr>
            <p:ph type="body" sz="quarter" idx="12"/>
          </p:nvPr>
        </p:nvSpPr>
        <p:spPr bwMode="auto">
          <a:xfrm>
            <a:off x="133350" y="1510592"/>
            <a:ext cx="8534401"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cs typeface="Arial" panose="020B0604020202020204" pitchFamily="34" charset="0"/>
              </a:rPr>
              <a:t>Healthcare utilization varies among individuals based on factors such as age, gender, income, illness, general health status, and access to healthcare services. Understanding these factors is important for identifying patterns in doctor visits and gaining insights into healthcare-seeking behavior.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cs typeface="Arial" panose="020B0604020202020204" pitchFamily="34" charset="0"/>
              </a:rPr>
              <a:t>The project aims to analyze a healthcare dataset containing information about individuals and their number of doctor visits. By examining demographic, socioeconomic, health, insurance, and chronic-condition-related factors, the project seeks to identify patterns and relationships associated with healthcare utilization.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cs typeface="Arial" panose="020B0604020202020204" pitchFamily="34" charset="0"/>
              </a:rPr>
              <a:t>The analysis will use exploratory data analysis and statistical techniques to understand how factors such as age, gender, illness, income, health status, and insurance coverage are associated with the frequency of doctor visits. The insights obtained can help in understanding healthcare utilization patterns and identifying the factors that may be associated with higher or lower doctor visit frequency.</a:t>
            </a:r>
          </a:p>
        </p:txBody>
      </p:sp>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252763"/>
            <a:ext cx="6276109" cy="830997"/>
          </a:xfrm>
        </p:spPr>
        <p:txBody>
          <a:bodyPr>
            <a:normAutofit fontScale="90000"/>
          </a:bodyPr>
          <a:lstStyle/>
          <a:p>
            <a:r>
              <a:rPr lang="en-GB" dirty="0"/>
              <a:t>Project Description</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Rectangle 1">
            <a:extLst>
              <a:ext uri="{FF2B5EF4-FFF2-40B4-BE49-F238E27FC236}">
                <a16:creationId xmlns:a16="http://schemas.microsoft.com/office/drawing/2014/main" id="{B9380DD5-694F-44FE-90E9-F6667CD64DAD}"/>
              </a:ext>
            </a:extLst>
          </p:cNvPr>
          <p:cNvSpPr>
            <a:spLocks noChangeArrowheads="1"/>
          </p:cNvSpPr>
          <p:nvPr/>
        </p:nvSpPr>
        <p:spPr bwMode="auto">
          <a:xfrm>
            <a:off x="323850" y="835097"/>
            <a:ext cx="11506200"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Healthcare Analytics for Doctor Visits</a:t>
            </a:r>
            <a:r>
              <a:rPr kumimoji="0" lang="en-US" altLang="en-US" sz="2000" b="0" i="0" u="none" strike="noStrike" cap="none" normalizeH="0" baseline="0" dirty="0">
                <a:ln>
                  <a:noFill/>
                </a:ln>
                <a:solidFill>
                  <a:schemeClr val="tx1"/>
                </a:solidFill>
                <a:effectLst/>
                <a:latin typeface="Arial" panose="020B0604020202020204" pitchFamily="34" charset="0"/>
              </a:rPr>
              <a:t> is a data analytics project focused on understanding the factors associated with the frequency of doctor visits among individuals. The project uses a healthcare dataset containing demographic, socioeconomic, health-related, insurance, and chronic-condition information along with the number of doctor visits.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project begins with data exploration and preprocessing to understand the structure, characteristics, and quality of the dataset. Exploratory data analysis is then performed using statistical summaries and visualizations to study the distribution of doctor visits and examine relationships between doctor visits and variables such as age, gender, illness, and health status.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Different visualizations are used to identify patterns and compare healthcare utilization across demographic and health-related groups. The analysis aims to provide meaningful insights into how individual characteristics and health conditions are associated with doctor visit frequency.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Overall, the project demonstrates how data analytics and visualization techniques can be applied to healthcare data to discover patterns in healthcare utilization and support better understanding of patient visit behavior.</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562858" y="107811"/>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0F63B6A4-E627-48EB-8B0D-A8D89CFB1DBA}"/>
              </a:ext>
            </a:extLst>
          </p:cNvPr>
          <p:cNvSpPr>
            <a:spLocks noGrp="1" noChangeArrowheads="1"/>
          </p:cNvSpPr>
          <p:nvPr>
            <p:ph type="body" sz="quarter" idx="12"/>
          </p:nvPr>
        </p:nvSpPr>
        <p:spPr bwMode="auto">
          <a:xfrm>
            <a:off x="342900" y="368022"/>
            <a:ext cx="9258301"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400" b="1" i="0" u="none" strike="noStrike" cap="none" normalizeH="0" baseline="0" dirty="0">
                <a:ln>
                  <a:noFill/>
                </a:ln>
                <a:solidFill>
                  <a:schemeClr val="tx1"/>
                </a:solidFill>
                <a:effectLst/>
                <a:latin typeface="Arial" panose="020B0604020202020204" pitchFamily="34" charset="0"/>
              </a:rPr>
              <a:t>Healthcare Administrators</a:t>
            </a:r>
            <a:r>
              <a:rPr kumimoji="0" lang="en-US" altLang="en-US" sz="2400" b="0" i="0" u="none" strike="noStrike" cap="none" normalizeH="0" baseline="0" dirty="0">
                <a:ln>
                  <a:noFill/>
                </a:ln>
                <a:solidFill>
                  <a:schemeClr val="tx1"/>
                </a:solidFill>
                <a:effectLst/>
                <a:latin typeface="Arial" panose="020B0604020202020204" pitchFamily="34" charset="0"/>
              </a:rPr>
              <a:t> – Can use the insights to understand patterns in doctor visits and healthcare utilization.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1" i="0" u="none" strike="noStrike" cap="none" normalizeH="0" baseline="0" dirty="0">
                <a:ln>
                  <a:noFill/>
                </a:ln>
                <a:solidFill>
                  <a:schemeClr val="tx1"/>
                </a:solidFill>
                <a:effectLst/>
                <a:latin typeface="Arial" panose="020B0604020202020204" pitchFamily="34" charset="0"/>
              </a:rPr>
              <a:t>Hospitals and Clinics</a:t>
            </a:r>
            <a:r>
              <a:rPr kumimoji="0" lang="en-US" altLang="en-US" sz="2400" b="0" i="0" u="none" strike="noStrike" cap="none" normalizeH="0" baseline="0" dirty="0">
                <a:ln>
                  <a:noFill/>
                </a:ln>
                <a:solidFill>
                  <a:schemeClr val="tx1"/>
                </a:solidFill>
                <a:effectLst/>
                <a:latin typeface="Arial" panose="020B0604020202020204" pitchFamily="34" charset="0"/>
              </a:rPr>
              <a:t> – Can analyze patient visit patterns and demographic or health-related factors associated with healthcare usage.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1" i="0" u="none" strike="noStrike" cap="none" normalizeH="0" baseline="0" dirty="0">
                <a:ln>
                  <a:noFill/>
                </a:ln>
                <a:solidFill>
                  <a:schemeClr val="tx1"/>
                </a:solidFill>
                <a:effectLst/>
                <a:latin typeface="Arial" panose="020B0604020202020204" pitchFamily="34" charset="0"/>
              </a:rPr>
              <a:t>Healthcare Analysts and Researchers</a:t>
            </a:r>
            <a:r>
              <a:rPr kumimoji="0" lang="en-US" altLang="en-US" sz="2400" b="0" i="0" u="none" strike="noStrike" cap="none" normalizeH="0" baseline="0" dirty="0">
                <a:ln>
                  <a:noFill/>
                </a:ln>
                <a:solidFill>
                  <a:schemeClr val="tx1"/>
                </a:solidFill>
                <a:effectLst/>
                <a:latin typeface="Arial" panose="020B0604020202020204" pitchFamily="34" charset="0"/>
              </a:rPr>
              <a:t> – Can use the analyzed data to study relationships between demographic, socioeconomic, and health factors and doctor visits.</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400" b="1" i="0" u="none" strike="noStrike" cap="none" normalizeH="0" baseline="0" dirty="0">
                <a:ln>
                  <a:noFill/>
                </a:ln>
                <a:solidFill>
                  <a:schemeClr val="tx1"/>
                </a:solidFill>
                <a:effectLst/>
                <a:latin typeface="Arial" panose="020B0604020202020204" pitchFamily="34" charset="0"/>
              </a:rPr>
              <a:t>Healthcare Planners and Policymakers</a:t>
            </a:r>
            <a:r>
              <a:rPr kumimoji="0" lang="en-US" altLang="en-US" sz="2400" b="0" i="0" u="none" strike="noStrike" cap="none" normalizeH="0" baseline="0" dirty="0">
                <a:ln>
                  <a:noFill/>
                </a:ln>
                <a:solidFill>
                  <a:schemeClr val="tx1"/>
                </a:solidFill>
                <a:effectLst/>
                <a:latin typeface="Arial" panose="020B0604020202020204" pitchFamily="34" charset="0"/>
              </a:rPr>
              <a:t> – Can use aggregated analytical insights to understand healthcare utilization patterns and support healthcare planning.</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400" b="1" i="0" u="none" strike="noStrike" cap="none" normalizeH="0" baseline="0" dirty="0">
                <a:ln>
                  <a:noFill/>
                </a:ln>
                <a:solidFill>
                  <a:schemeClr val="tx1"/>
                </a:solidFill>
                <a:effectLst/>
                <a:latin typeface="Arial" panose="020B0604020202020204" pitchFamily="34" charset="0"/>
              </a:rPr>
              <a:t>Data Analysts and Students</a:t>
            </a:r>
            <a:r>
              <a:rPr kumimoji="0" lang="en-US" altLang="en-US" sz="2400" b="0" i="0" u="none" strike="noStrike" cap="none" normalizeH="0" baseline="0" dirty="0">
                <a:ln>
                  <a:noFill/>
                </a:ln>
                <a:solidFill>
                  <a:schemeClr val="tx1"/>
                </a:solidFill>
                <a:effectLst/>
                <a:latin typeface="Arial" panose="020B0604020202020204" pitchFamily="34" charset="0"/>
              </a:rPr>
              <a:t> – Can use the project as an example of applying data analysis, statistics, and visualization techniques to healthcare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888999" y="-7583"/>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2F1A1A17-F32C-45D9-9D4C-4A54596406E1}"/>
              </a:ext>
            </a:extLst>
          </p:cNvPr>
          <p:cNvSpPr>
            <a:spLocks noGrp="1" noChangeArrowheads="1"/>
          </p:cNvSpPr>
          <p:nvPr>
            <p:ph type="body" sz="quarter" idx="12"/>
          </p:nvPr>
        </p:nvSpPr>
        <p:spPr bwMode="auto">
          <a:xfrm>
            <a:off x="1619250" y="939136"/>
            <a:ext cx="942975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Python</a:t>
            </a:r>
            <a:r>
              <a:rPr kumimoji="0" lang="en-US" altLang="en-US" sz="2800" b="0" i="0" u="none" strike="noStrike" cap="none" normalizeH="0" baseline="0" dirty="0">
                <a:ln>
                  <a:noFill/>
                </a:ln>
                <a:solidFill>
                  <a:schemeClr val="tx1"/>
                </a:solidFill>
                <a:effectLst/>
                <a:latin typeface="Arial" panose="020B0604020202020204" pitchFamily="34" charset="0"/>
              </a:rPr>
              <a:t> – Main programming language used for data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err="1">
                <a:ln>
                  <a:noFill/>
                </a:ln>
                <a:solidFill>
                  <a:schemeClr val="tx1"/>
                </a:solidFill>
                <a:effectLst/>
                <a:latin typeface="Arial" panose="020B0604020202020204" pitchFamily="34" charset="0"/>
              </a:rPr>
              <a:t>Jupyter</a:t>
            </a:r>
            <a:r>
              <a:rPr kumimoji="0" lang="en-US" altLang="en-US" sz="2800" b="1" i="0" u="none" strike="noStrike" cap="none" normalizeH="0" baseline="0" dirty="0">
                <a:ln>
                  <a:noFill/>
                </a:ln>
                <a:solidFill>
                  <a:schemeClr val="tx1"/>
                </a:solidFill>
                <a:effectLst/>
                <a:latin typeface="Arial" panose="020B0604020202020204" pitchFamily="34" charset="0"/>
              </a:rPr>
              <a:t> Notebook</a:t>
            </a:r>
            <a:r>
              <a:rPr kumimoji="0" lang="en-US" altLang="en-US" sz="2800" b="0" i="0" u="none" strike="noStrike" cap="none" normalizeH="0" baseline="0" dirty="0">
                <a:ln>
                  <a:noFill/>
                </a:ln>
                <a:solidFill>
                  <a:schemeClr val="tx1"/>
                </a:solidFill>
                <a:effectLst/>
                <a:latin typeface="Arial" panose="020B0604020202020204" pitchFamily="34" charset="0"/>
              </a:rPr>
              <a:t> – Development environment used to perform and document the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Pandas</a:t>
            </a:r>
            <a:r>
              <a:rPr kumimoji="0" lang="en-US" altLang="en-US" sz="2800" b="0" i="0" u="none" strike="noStrike" cap="none" normalizeH="0" baseline="0" dirty="0">
                <a:ln>
                  <a:noFill/>
                </a:ln>
                <a:solidFill>
                  <a:schemeClr val="tx1"/>
                </a:solidFill>
                <a:effectLst/>
                <a:latin typeface="Arial" panose="020B0604020202020204" pitchFamily="34" charset="0"/>
              </a:rPr>
              <a:t> – Used for data loading, manipulation, cleaning, and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NumPy</a:t>
            </a:r>
            <a:r>
              <a:rPr kumimoji="0" lang="en-US" altLang="en-US" sz="2800" b="0" i="0" u="none" strike="noStrike" cap="none" normalizeH="0" baseline="0" dirty="0">
                <a:ln>
                  <a:noFill/>
                </a:ln>
                <a:solidFill>
                  <a:schemeClr val="tx1"/>
                </a:solidFill>
                <a:effectLst/>
                <a:latin typeface="Arial" panose="020B0604020202020204" pitchFamily="34" charset="0"/>
              </a:rPr>
              <a:t> – Used for numerical operations and data processing.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Matplotlib</a:t>
            </a:r>
            <a:r>
              <a:rPr kumimoji="0" lang="en-US" altLang="en-US" sz="2800" b="0" i="0" u="none" strike="noStrike" cap="none" normalizeH="0" baseline="0" dirty="0">
                <a:ln>
                  <a:noFill/>
                </a:ln>
                <a:solidFill>
                  <a:schemeClr val="tx1"/>
                </a:solidFill>
                <a:effectLst/>
                <a:latin typeface="Arial" panose="020B0604020202020204" pitchFamily="34" charset="0"/>
              </a:rPr>
              <a:t> – Used for creating graphs and visualizations.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Seaborn</a:t>
            </a:r>
            <a:r>
              <a:rPr kumimoji="0" lang="en-US" altLang="en-US" sz="2800" b="0" i="0" u="none" strike="noStrike" cap="none" normalizeH="0" baseline="0" dirty="0">
                <a:ln>
                  <a:noFill/>
                </a:ln>
                <a:solidFill>
                  <a:schemeClr val="tx1"/>
                </a:solidFill>
                <a:effectLst/>
                <a:latin typeface="Arial" panose="020B0604020202020204" pitchFamily="34" charset="0"/>
              </a:rPr>
              <a:t> – Used for statistical data visualization and relationship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CSV Dataset</a:t>
            </a:r>
            <a:r>
              <a:rPr kumimoji="0" lang="en-US" altLang="en-US" sz="2800" b="0" i="0" u="none" strike="noStrike" cap="none" normalizeH="0" baseline="0" dirty="0">
                <a:ln>
                  <a:noFill/>
                </a:ln>
                <a:solidFill>
                  <a:schemeClr val="tx1"/>
                </a:solidFill>
                <a:effectLst/>
                <a:latin typeface="Arial" panose="020B0604020202020204" pitchFamily="34" charset="0"/>
              </a:rPr>
              <a:t> – Used as the source of healthcare and doctor-visit data. </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1026" name="Picture 2">
            <a:extLst>
              <a:ext uri="{FF2B5EF4-FFF2-40B4-BE49-F238E27FC236}">
                <a16:creationId xmlns:a16="http://schemas.microsoft.com/office/drawing/2014/main" id="{2F539216-399C-4938-93F4-A1A0258587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456" y="1234359"/>
            <a:ext cx="6791325" cy="521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2050" name="Picture 2">
            <a:extLst>
              <a:ext uri="{FF2B5EF4-FFF2-40B4-BE49-F238E27FC236}">
                <a16:creationId xmlns:a16="http://schemas.microsoft.com/office/drawing/2014/main" id="{CA2CB91C-3898-459F-92EA-301A37AE26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376" y="1164172"/>
            <a:ext cx="6425387" cy="5500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6218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074" name="Picture 2">
            <a:extLst>
              <a:ext uri="{FF2B5EF4-FFF2-40B4-BE49-F238E27FC236}">
                <a16:creationId xmlns:a16="http://schemas.microsoft.com/office/drawing/2014/main" id="{B2EB84B9-5671-4EE0-85D9-FE19F4A09A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2953" y="1192119"/>
            <a:ext cx="6705600" cy="521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0403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4098" name="Picture 2">
            <a:extLst>
              <a:ext uri="{FF2B5EF4-FFF2-40B4-BE49-F238E27FC236}">
                <a16:creationId xmlns:a16="http://schemas.microsoft.com/office/drawing/2014/main" id="{83BB0277-99BF-4D06-B2B2-839B6FE29A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957" y="1296267"/>
            <a:ext cx="6674224" cy="5272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1326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5122" name="Picture 2">
            <a:extLst>
              <a:ext uri="{FF2B5EF4-FFF2-40B4-BE49-F238E27FC236}">
                <a16:creationId xmlns:a16="http://schemas.microsoft.com/office/drawing/2014/main" id="{9636648E-2661-4616-B421-FDCBA32F340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264" y="1403568"/>
            <a:ext cx="6556504" cy="5261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7921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11" name="Picture 2">
            <a:extLst>
              <a:ext uri="{FF2B5EF4-FFF2-40B4-BE49-F238E27FC236}">
                <a16:creationId xmlns:a16="http://schemas.microsoft.com/office/drawing/2014/main" id="{1BA2E63C-EE69-4428-88F3-28F5FF6FA5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079" y="1275371"/>
            <a:ext cx="6742079" cy="5281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087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11" name="Picture 2">
            <a:extLst>
              <a:ext uri="{FF2B5EF4-FFF2-40B4-BE49-F238E27FC236}">
                <a16:creationId xmlns:a16="http://schemas.microsoft.com/office/drawing/2014/main" id="{68B4F354-4189-467D-A42B-4DFB598599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957" y="1358265"/>
            <a:ext cx="7934325" cy="521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7704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75957" y="1755152"/>
            <a:ext cx="10155025" cy="2084293"/>
          </a:xfrm>
        </p:spPr>
        <p:txBody>
          <a:bodyPr>
            <a:normAutofit/>
          </a:bodyPr>
          <a:lstStyle/>
          <a:p>
            <a:pPr marL="0" indent="0">
              <a:buNone/>
            </a:pPr>
            <a:r>
              <a:rPr lang="en-US" dirty="0"/>
              <a:t>GIT HUB LINK:</a:t>
            </a:r>
          </a:p>
          <a:p>
            <a:pPr marL="0" indent="0">
              <a:buNone/>
            </a:pPr>
            <a:r>
              <a:rPr lang="en-US" dirty="0"/>
              <a:t> https://github.com/AnetColin/Healthcare-Analytics-for-Doctor-Visits_TIRTC.git</a:t>
            </a:r>
            <a:endParaRPr lang="en-IN" dirty="0"/>
          </a:p>
        </p:txBody>
      </p:sp>
    </p:spTree>
    <p:extLst>
      <p:ext uri="{BB962C8B-B14F-4D97-AF65-F5344CB8AC3E}">
        <p14:creationId xmlns:p14="http://schemas.microsoft.com/office/powerpoint/2010/main" val="215159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73118" y="1866018"/>
            <a:ext cx="11340000" cy="700114"/>
          </a:xfrm>
          <a:prstGeom prst="rect">
            <a:avLst/>
          </a:prstGeom>
        </p:spPr>
        <p:txBody>
          <a:bodyPr anchor="ctr">
            <a:noAutofit/>
          </a:bodyPr>
          <a:lstStyle/>
          <a:p>
            <a:pPr algn="ctr"/>
            <a:r>
              <a:rPr lang="en-US" sz="80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595</TotalTime>
  <Words>664</Words>
  <Application>Microsoft Office PowerPoint</Application>
  <PresentationFormat>Widescreen</PresentationFormat>
  <Paragraphs>61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Healthcare Analytics for Doctor Visits_TIRTC</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RESULTS </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Anet Rockey</cp:lastModifiedBy>
  <cp:revision>74</cp:revision>
  <dcterms:created xsi:type="dcterms:W3CDTF">2021-07-11T13:13:15Z</dcterms:created>
  <dcterms:modified xsi:type="dcterms:W3CDTF">2026-09-24T12:41:49Z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